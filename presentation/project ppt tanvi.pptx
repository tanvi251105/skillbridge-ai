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5143500" cy="9144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Petrona Bold" panose="020B0604020202020204" charset="0"/>
      <p:regular r:id="rId16"/>
    </p:embeddedFont>
    <p:embeddedFont>
      <p:font typeface="Trebuchet MS" panose="020B0603020202020204" pitchFamily="34" charset="0"/>
      <p:regular r:id="rId17"/>
      <p:bold r:id="rId18"/>
      <p:italic r:id="rId19"/>
      <p:boldItalic r:id="rId20"/>
    </p:embeddedFont>
    <p:embeddedFont>
      <p:font typeface="Wingdings 3" panose="05040102010807070707" pitchFamily="18" charset="2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5945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6954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200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873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93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2300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7913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9737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5154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3954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72926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68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735713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9594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54127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0585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18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9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10420"/>
            <a:ext cx="435575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SkillBridge AI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3925119" y="2354387"/>
            <a:ext cx="396195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AI-Powered Career Roadmap Generator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925119" y="2810694"/>
            <a:ext cx="4722763" cy="52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UN SDG 8 — Decent Work &amp; Economic Growth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Tanvi Mahabal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0953"/>
            <a:ext cx="3576042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84251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984251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Lack of guidance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27658" y="2313012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lack personalized career advice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984251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1984251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Unclear skills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803972" y="2313012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to identify required technical skills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066458" y="1977182"/>
            <a:ext cx="318864" cy="3684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300" y="2085901"/>
            <a:ext cx="177180" cy="1417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0287" y="1984251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roadmap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580287" y="2313012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paths are fragmented and vague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50158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7658" y="3050158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Preparation gap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027658" y="3378919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interview and project readiness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50158"/>
            <a:ext cx="354360" cy="3543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803972" y="3050158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Career delay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3803972" y="3378919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growth → reduced employability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11821"/>
            <a:ext cx="3576042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Solution &amp; Objectives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96119" y="1841748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SkillBridge AI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web app using Google Gemini to analyze goals, skills, and education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2649736"/>
            <a:ext cx="21884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career analysis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Skill-gap detection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30‑day learning roadmap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&amp; interview prep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improvement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035201" y="1873672"/>
            <a:ext cx="2188443" cy="1585764"/>
          </a:xfrm>
          <a:prstGeom prst="roundRect">
            <a:avLst>
              <a:gd name="adj" fmla="val 3755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81722" y="2020193"/>
            <a:ext cx="189540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181722" y="2405658"/>
            <a:ext cx="18954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 guidance • Identify gaps • Recommend paths • Boost readiness • Support SDG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885"/>
            <a:ext cx="3048149" cy="32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Features &amp; Tech Stack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54137"/>
            <a:ext cx="564505" cy="564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2142" y="954137"/>
            <a:ext cx="1260723" cy="40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Career Analysis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82142" y="1415876"/>
            <a:ext cx="126072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→ insights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383" y="954137"/>
            <a:ext cx="564505" cy="5645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50406" y="954137"/>
            <a:ext cx="1260797" cy="40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Skill Gap Detection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250406" y="1415876"/>
            <a:ext cx="126079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recommendations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722" y="954137"/>
            <a:ext cx="564505" cy="5645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18745" y="954137"/>
            <a:ext cx="1260797" cy="40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Learning Roadmap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318745" y="1415876"/>
            <a:ext cx="126079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30‑day, weekly plans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061" y="954137"/>
            <a:ext cx="564505" cy="5645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87084" y="954137"/>
            <a:ext cx="1260797" cy="40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Suggestions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7387084" y="1415876"/>
            <a:ext cx="126079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Practical, portfolio-ready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1953667"/>
            <a:ext cx="564505" cy="5645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2142" y="1953667"/>
            <a:ext cx="1260723" cy="40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Resume &amp; Interview Tips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1182142" y="2415406"/>
            <a:ext cx="126072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improvements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96119" y="2897386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496119" y="3050307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496119" y="3428479"/>
            <a:ext cx="2071464" cy="20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96119" y="3727400"/>
            <a:ext cx="3932709" cy="377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CSS, JavaScript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UI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96119" y="4201939"/>
            <a:ext cx="2071464" cy="20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96119" y="4500860"/>
            <a:ext cx="43899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• Flask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4719935" y="3428479"/>
            <a:ext cx="2071464" cy="20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&amp; Tools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4719935" y="3727400"/>
            <a:ext cx="3932709" cy="377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API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Git, GitHub, VS Code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C914B9-E697-A6F9-8FA4-42DBE42491F6}"/>
              </a:ext>
            </a:extLst>
          </p:cNvPr>
          <p:cNvSpPr txBox="1"/>
          <p:nvPr/>
        </p:nvSpPr>
        <p:spPr>
          <a:xfrm>
            <a:off x="529045" y="394579"/>
            <a:ext cx="4572000" cy="373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IN" sz="18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Screenshots: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DDB50-4EDE-65A1-BBC8-F350C896B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54" y="768015"/>
            <a:ext cx="4315597" cy="21701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36F0EA-29AC-1C6C-F92A-D98789ECF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68015"/>
            <a:ext cx="4356226" cy="217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8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9AA60-DE71-2C3B-075C-9740038B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583" y="2639884"/>
            <a:ext cx="4096051" cy="2055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7D267A-31E4-F231-A8FD-9CA68FF6D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30" y="2712529"/>
            <a:ext cx="4096051" cy="1982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B6D08B-6583-BCB7-36B8-5D9423E3F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228" y="364803"/>
            <a:ext cx="4096052" cy="206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8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511"/>
            <a:ext cx="4530179" cy="341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&amp; Workflow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953616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67259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Analysis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73714" y="2960254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Flask Backend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73714" y="2161401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Interface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73714" y="1354396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Input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96119" y="4561880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transparent pipeline for reproducible model-driven recommendations.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1340"/>
            <a:ext cx="4012629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Results — Project Output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74638"/>
            <a:ext cx="2312566" cy="14292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1089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Captured Screens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96119" y="320985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• Input form • AI roadmap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274638"/>
            <a:ext cx="2312640" cy="14292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881089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Outputs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660553" y="3209851"/>
            <a:ext cx="3987329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goal summary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skills &amp; gaps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30‑day learning plan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&amp; interview guidance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suggestions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880FCC-DE71-ED93-89B1-57D458EDA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072" y="1198698"/>
            <a:ext cx="3076575" cy="1581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6C4CDF-2977-8FE5-E775-2208D47F7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155" y="1101877"/>
            <a:ext cx="3308126" cy="1663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34095"/>
            <a:ext cx="3576042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SDG 8 Impact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336477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336477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Skill Development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456658" y="1665238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Practical, targeted upskilling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175570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175570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Employability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4456658" y="250433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internship &amp; job readiness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014663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014663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Informed Choices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456658" y="334342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career decisions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853755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56658" y="3853755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Lifelong Learning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4456658" y="418251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Encourages ongoing skill growth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13780"/>
            <a:ext cx="3576042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96119" y="2043708"/>
            <a:ext cx="218844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authentication &amp; profiles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Progress-tracking dashboard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analyzer &amp; PDF export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mock interviews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035201" y="2043708"/>
            <a:ext cx="21884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course recommendations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application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 analytics &amp; employer insights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model refinement (feedback loop)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33115"/>
            <a:ext cx="3576042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96119" y="183549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SkillBridge AI — personalized, practical career roadmaps that bridge education to employment and advance SDG 8.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448595"/>
            <a:ext cx="2290465" cy="1075432"/>
          </a:xfrm>
          <a:prstGeom prst="roundRect">
            <a:avLst>
              <a:gd name="adj" fmla="val 5537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595116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Takeaway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2640" y="2923877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structured plans → faster, fairer career entry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448595"/>
            <a:ext cx="2290539" cy="1075432"/>
          </a:xfrm>
          <a:prstGeom prst="roundRect">
            <a:avLst>
              <a:gd name="adj" fmla="val 5537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2595116"/>
            <a:ext cx="194927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74863" y="2923877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validation • user testing • scale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368349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— 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338</Words>
  <Application>Microsoft Office PowerPoint</Application>
  <PresentationFormat>On-screen Show (16:9)</PresentationFormat>
  <Paragraphs>94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Trebuchet MS</vt:lpstr>
      <vt:lpstr>Inter</vt:lpstr>
      <vt:lpstr>Petrona Bold</vt:lpstr>
      <vt:lpstr>Wingdings 3</vt:lpstr>
      <vt:lpstr>Inter Bold</vt:lpstr>
      <vt:lpstr>Arial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Tanvi Mahabal</dc:creator>
  <cp:lastModifiedBy>Tanvi Mahabal</cp:lastModifiedBy>
  <cp:revision>3</cp:revision>
  <dcterms:created xsi:type="dcterms:W3CDTF">2026-07-06T19:07:15Z</dcterms:created>
  <dcterms:modified xsi:type="dcterms:W3CDTF">2026-07-06T19:13:11Z</dcterms:modified>
</cp:coreProperties>
</file>